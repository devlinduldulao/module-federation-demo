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080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11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DX for teams and UX for users in the same architecture. Everything shown is a running app the audience can clone.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architecture talks start with bundle sizes. The pain that drives companies to micro-frontends is developer experience at scale. Walk the ladder slowly; the audience will recognize where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slide. Module Federation and Suspense are usually presented separately. Combined, each remote owns its loading choreography while the shell stays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status strip in the live demo — it shows INSTANT / EAGER / STREAMING per module. Not every module should load the same way; the shell decides by content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 into any package, pnpm run dev, full HMR — no shell needed. The async bootstrap pattern is what makes standalone mode possible with shared React (eager: false).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in rspack.config.ts is a normal bundler config. Remove ModuleFederationPlugin and you have five unrelated apps. exposes = the contract, remotes = runtime discovery, shared = deduplication.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wrapper's ONLY job is to trigger Suspense. The actual UI lives in the standalone component. read() throws the promise while pending — Suspense in the shell catches it. This demo delays a client-side promise; it does not use streaming SSR.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question: why lazy() for eager modules? MF remotes are separate builds resolved at runtime via import() — you can't use a static import. Eager import() at shell init warms the cache; lazy() resolves instantly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Ctrl+K runs kill, theme, and nav from the keyboard so the audience stays on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the records remote live here. Honest caveat: all modules share a browser tab, so an infinite loop freezes everything. That is the cost of a shared runtime; most MF setups accept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direct imports between modules. Events are framework-agnostic, but the event payload is still a versioned contract. The shell stays the only router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shell rewrites CSS variables on :root, persists to localStorage, exposes window.__MF_THEME__, and broadcasts themeChange. Remotes react via a hook — no shared imports, no prop drilling.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Records is already cached by the time the user clicks. Prescriptions and Analytics start loading when the cursor touches the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vitest alias trick resolves MF imports to source files. 210 tests across 21 files, all green — run pnpm test live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Typography: Instrument Serif for display, DM Sans body, IBM Plex Mono labels. 1px grid gaps, citrine accent, staggered fadeInUp animations, SVG grain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while switching to the browser, or skip it entirely — it's the safety net if the demo machine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takeaway #1 hardest: micro-frontends solve a people problem. Team size, not app size, is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production examples: healthcare platforms, SaaS dashboards, enterprise portals, media platforms — each domain as a federated remote.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verified repository URL in the conference materials. Invite questions about React 19 Suspense: the nearest fallback can commit sooner, then React pre-warms suspended siblings.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 CONFERENCE · 30-MINUTE TALK · LIVE DEMO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1417320"/>
            <a:ext cx="822960" cy="54864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From 5 Devs to 200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A2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Micro-Frontends That Scale Your Team and Keep the UI Responsive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Shell (host)      :3000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Home          :3004   INSTANT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Records       :3001   EAGER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├── Prescriptions :3002   STREAMED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└── Analytics     :3003   STREAMED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D4FF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 19 · Rspack 2.1 · Module Federation · TypeScript 6 · Tailwind CSS v4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5998464"/>
            <a:ext cx="32004" cy="530352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A2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“What happens when you stop treating Suspense and Module Federation as separate ideas?”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Team size is the bottleneck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64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5 devs → everyone knows the codebase → fast, fun, productive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15 devs → merge conflicts daily, CI takes 20 min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50 devs → deploys blocked by unrelated failures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devs → teams waiting on other teams to release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 devs → nobody understands the full app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1652016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MONOLITH PAIN (DX)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MF SOLUTION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Teams blocked by shared release cycles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Independent deployment per module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broken test blocks everyone's pipeline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Each team owns their own test suite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Onboarding means learning the entire app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New devs learn one module, ship day one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 package.json: upgrade together or never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Each remote pins its own dependencies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769864"/>
            <a:ext cx="32004" cy="530352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73152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A2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Visitors don't care about your team structure. They care that the app feels fast.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INSIGHT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Module Federation for teams, Suspense for load UX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12344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CONCERN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WHO BENEFITS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IT SOLVES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Module Federation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Developers &amp; teams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Independent builds, deploys, onboarding at scale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Suspense + skeletons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End users &amp; visitors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Instant perceived load, no blank screens at runtime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2918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Without Suspense:  click tab → blank screen → spinner → content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  (slow UX even when team ownership is solid)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Suspense:     click tab → skeleton instantly → content resolves</a:t>
            </a:r>
            <a:endParaRPr lang="en-US" sz="125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  (each remote owns its loading choreography)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5449824"/>
            <a:ext cx="32004" cy="530352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731520" y="5394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A2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shell does not know how long a remote takes to load. It renders &lt;Suspense&gt; and moves 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shell, four remotes, three loading strategies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11064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┌───────────────────────── SHELL :3000 ─────────────────────────┐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Nav · Router · Theme · Status strip (INSTANT|EAGER|STREAMING)│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                                                            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 &lt;ErrorBoundary&gt;                                            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   &lt;Suspense fallback={&lt;Skeleton /&gt;}&gt;                       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     &lt;RemoteModule /&gt;                                       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   &lt;/Suspense&gt;                                              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│    &lt;/ErrorBoundary&gt;                                           │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└───────┬───────────┬────────────────┬──────────────┬───────────┘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Home :3004  Records :3001  Prescriptions :3002  Analytics :3003</a:t>
            </a:r>
            <a:endParaRPr lang="en-US" sz="115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INSTANT     EAGER          STREAMED             STREAMED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129387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STRATEGY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MODULE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BEHAVIOR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Instant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Home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Lazy for code splitting, no artificial resource delay; renders when the chunk arrives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Eager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Records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Standalone component, preloaded on shell mount; cached before the click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Streamed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Prescriptions, Analytics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 demand, per-module skeletons + error isolation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 module is a standalone app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TECHNOLOGY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VERSION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WHY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19.2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Suspense fallbacks and lazy loading built into the runtime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Rspack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2.1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Native Module Federation, Rust React Compiler, sub-second HMR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TypeScript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6.0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Strict mode, type-safe event contracts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Tailwind CSS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@theme tokens for the design system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Vitest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4.1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Fast component tests with jsdom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977640"/>
            <a:ext cx="6766560" cy="210312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index.tsx — the ENTIRE file (async boundary for MF)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import("./bootstrap");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bootstrap.tsx — actual React rendering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ReactDOM from "react-dom/client";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MedicalRecords from "./MedicalRecords";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ReactDOM.createRoot(document.getElementById("root")!)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.render(&lt;MedicalRecords /&gt;);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543800" y="40690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 boundary lets MF negotiate shared deps first</a:t>
            </a:r>
            <a:endParaRPr lang="en-US" sz="12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it: white screen + loadShareSync error</a:t>
            </a:r>
            <a:endParaRPr lang="en-US" sz="12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5 packages use this pattern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FEDERATION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one plugin that makes it federated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PROPERTY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WHERE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PURPOSE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exposes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Remotes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Public API: which components this team shares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remotes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Host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Runtime discovery: scope@URL for each remote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Both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Deduplication: singleton: true means one React for all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383280"/>
            <a:ext cx="5486400" cy="274320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records (remote)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rspack.container.ModuleFederationPlugin({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name: "records",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filename: "remoteEntry.js",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exposes: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"./MedicalRecords": "./src/MedicalRecords.tsx",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shared: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react: { singleton: true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172200" y="3383280"/>
            <a:ext cx="5486400" cy="274320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shell (host)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rspack.container.ModuleFederationPlugin({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name: "shell",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remotes: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records: "records@http://localhost:3001/remoteEntry.js",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// home, prescriptions, analytics …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shared: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react: { singleton: true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LOAD UX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resource pattern: a client-side Suspense fallback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7863840" cy="448056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function createResource&lt;T&gt;(asyncFn: () =&gt; Promise&lt;T&gt;): Resource&lt;T&gt;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let status = "pending"; let result: T;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suspender = asyncFn().then(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(data)  =&gt; { status = "success"; result = data;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(error) =&gt; { status = "error";   result = error;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return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read()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if (status === "pending") throw suspender; // ← Suspense catches this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if (status === "error")   throw result;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return result;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StreamingMedicalRecords = () =&gt;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resource = getResource("records-initial", 2500); // module-level cache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resource.read(); // throws while pending → triggers &lt;Suspense&gt; in the shell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return &lt;MedicalRecords /&gt;;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82880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Wrapper only triggers Suspense</a:t>
            </a:r>
            <a:endParaRPr lang="en-US" sz="12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 lives in the standalone component</a:t>
            </a:r>
            <a:endParaRPr lang="en-US" sz="12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Cache prevents re-fetch on re-render</a:t>
            </a:r>
            <a:endParaRPr lang="en-US" sz="1250" dirty="0"/>
          </a:p>
          <a:p>
            <a:pPr marL="177800" indent="-1778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use() hook is the React 19 successor — migration optional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SHELL COMPOSITION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Three strategies, three layers of resilience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7498080" cy="329184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INSTANT — renders the moment the chunk arrives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Home = lazy(() =&gt; import("home/Home").catch(() =&gt; ({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default: () =&gt; &lt;ModuleFallback title="Home Unavailable" /&gt; })));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EAGER — preloaded at shell init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MedicalRecords = lazy(() =&gt; import("records/MedicalRecords")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.catch(/* fallback */));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EAGER = MODULES.filter((m) =&gt; m.loadStrategy === "eager");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(const m of EAGER) PREFETCHERS[m.id]();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STREAMED — on demand with skeletons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StreamingPrescriptionOrders =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lazy(() =&gt; import("prescriptions/StreamingPrescriptionOrders")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.catch(/* fallback */));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429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 1: lazy() + .catch() if remote is unreachable</a:t>
            </a:r>
            <a:endParaRPr lang="en-US" sz="1200" dirty="0"/>
          </a:p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 2: &lt;Suspense&gt; skeleton while loading</a:t>
            </a:r>
            <a:endParaRPr lang="en-US" sz="1200" dirty="0"/>
          </a:p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 3: &lt;ErrorBoundary&gt; for runtime errors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5312664"/>
            <a:ext cx="32004" cy="530352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31520" y="5257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8A2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Why lazy() for eager modules? Remotes are separate builds resolved at runtime. Eager import() warms the cache; lazy() resolves from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 CONTROLS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Settings · Commands · Federation Lab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BUTTON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OPENS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PURPOSE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Settings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Right slide-over drawer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Shell-owned theme across remotes (CSS vars, localStorage, event)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Commands (Ctrl+K)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Searchable palette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Navigate, theme, kill remotes, toggle rings from the keyboard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Lab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Federation Lab panel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Health, kill switches, A/B rings when things break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79476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Monitor: polls each remoteEntry.js every 5s, shows latency</a:t>
            </a:r>
            <a:endParaRPr lang="en-US" sz="1300" dirty="0"/>
          </a:p>
          <a:p>
            <a:pPr marL="177800" indent="-1778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Kill Switches: simulate remote failure; the rest keeps running</a:t>
            </a:r>
            <a:endParaRPr lang="en-US" sz="1300" dirty="0"/>
          </a:p>
          <a:p>
            <a:pPr marL="177800" indent="-1778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A/B Deployment: toggle Stable ↔ Canary ring, per-module versions</a:t>
            </a:r>
            <a:endParaRPr lang="en-US" sz="1300" dirty="0"/>
          </a:p>
          <a:p>
            <a:pPr marL="177800" indent="-1778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Theme: CSS variables + localStorage + themeChange event, zero shared imports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FAULT ISOLATION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Microservices for the frontend: the 99% case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65201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MICROSERVICES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MICRO-FRONTENDS (THIS DEMO)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Isolation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OS-level (separate processes)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React-level (ErrorBoundary per module)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If one crashes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Other services keep running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Other modules keep rendering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Blast radius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Network call fails → caller handles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import() fails → fallback + Retry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 risk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None (own memory/CPU)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 browser tab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977640"/>
            <a:ext cx="6949440" cy="146304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lazy() with .catch() — fallback when the remote is down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MedicalRecords = lazy(() =&gt;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import("records/MedicalRecords").catch(() =&gt; ({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default: () =&gt; &lt;ModuleFallback title="Records Unavailable" /&gt;,</a:t>
            </a:r>
            <a:endParaRPr lang="en-US" sz="1050" dirty="0"/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})));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5724144"/>
            <a:ext cx="32004" cy="530352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7"/>
          <p:cNvSpPr/>
          <p:nvPr/>
        </p:nvSpPr>
        <p:spPr>
          <a:xfrm>
            <a:off x="731520" y="5669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8A2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Module-level crashes, network failures, and bad deploys are isolated at the boundary. Tab-level resource exhaustion is still a shared-runtime risk.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DX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Prefer events over shared state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749808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Records dispatches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window.dispatchEvent(new CustomEvent("addPrescription",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detail: { id: 1, name: "Sarah Chen prescription",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price: 2499.99, quantity: 1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}));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Prescriptions listens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useEffect(() =&gt;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handler = (e: AddPrescriptionEvent) =&gt;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setPrescriptionItems((prev) =&gt; [...prev, e.detail]);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window.addEventListener("addPrescription", handler);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return () =&gt; window.removeEventListener("addPrescription", handler);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}, []);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1828800"/>
            <a:ext cx="3429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direct cross-module imports</a:t>
            </a:r>
            <a:endParaRPr lang="en-US" sz="1200" dirty="0"/>
          </a:p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Shell stays the only router owner</a:t>
            </a:r>
            <a:endParaRPr lang="en-US" sz="1200" dirty="0"/>
          </a:p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across deployments when the event contract stays compatible</a:t>
            </a:r>
            <a:endParaRPr lang="en-US" sz="1200" dirty="0"/>
          </a:p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Framework-agnostic (React, Vue, Svelte)</a:t>
            </a:r>
            <a:endParaRPr lang="en-US" sz="1200" dirty="0"/>
          </a:p>
          <a:p>
            <a:pPr marL="177800" indent="-1778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Typed via WindowEventMap augmentation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257800"/>
            <a:ext cx="7498080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declare global {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interface WindowEventMap {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addPrescription: AddPrescriptionEvent;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navigateToModule: CustomEvent&lt;{ module: "home" | "records" | … }&gt;;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themeChange: ThemeChangeEvent;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9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THEME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Shell-owned theming across the federation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6035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Shell (owns theme)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├── Persists to localStorage ("mf-demo-theme")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├── Applies CSS variables to document.documentElement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├── Exposes window.__MF_THEME__ bridge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└── Broadcasts "themeChange" event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├── Records       → useActiveTheme()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├── Prescriptions → useActiveTheme()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└── Analytics     → useActiveTheme()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12280" y="1691640"/>
            <a:ext cx="4800600" cy="329184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function useActiveTheme() {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[theme, setTheme] = useState(() =&gt;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window.__MF_THEME__?.getTheme() ?? "dark");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useEffect(() =&gt; {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const handler = (e) =&gt; setTheme(e.detail.theme);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window.addEventListener("themeChange", handler);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() =&gt;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window.removeEventListener("themeChange", handler);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 []);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return { theme, label: THEME_LABELS[theme] };</a:t>
            </a:r>
            <a:endParaRPr lang="en-US" sz="950" dirty="0"/>
          </a:p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5449824"/>
            <a:ext cx="32004" cy="530352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31520" y="53949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A2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 remote reacts immediately. No shared imports, no prop drilling, no re-deploys.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Two-tier preloading: eager on mount, hover on demand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64240" cy="283464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const PREFETCHERS: Record&lt;ModuleType, () =&gt; Promise&lt;unknown&gt;&gt; =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home:          () =&gt; import("home/Home").catch(() =&gt; undefined),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records:       () =&gt; import("records/MedicalRecords").catch(() =&gt; undefined),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prescriptions: () =&gt; import("prescriptions/StreamingPrescriptionOrders").catch(() =&gt; undefined),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analytics:     () =&gt; import("analytics/StreamingClinicalAnalytics").catch(() =&gt; undefined),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EAGER — preload on shell mount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(const m of MODULES.filter((m) =&gt; m.loadStrategy === "eager")) PREFETCHERS[m.id]();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HOVER — prefetch on tab hover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&lt;NavLink onMouseEnter={() =&gt; PREFETCHERS[module.id]()} /&gt;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11064240" cy="129387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STRATEGY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WHEN IT LOADS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EXAMPLE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Instant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Chunk fetched lazily, no streaming delay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Home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Eager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Preloaded the moment the shell mounts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Records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Hover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Prefetched when the user hovers a tab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Prescriptions, Analytics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Test federated components in isolation — no servers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1064240" cy="196596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vitest.config.ts — resolve MF imports to source files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resolve: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alias: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"records/MedicalRecords":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path.resolve(__dirname, "packages/records/src/MedicalRecords.tsx"),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// home/Home, prescriptions/…, analytics/… same pattern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},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},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11064240" cy="1737360"/>
          </a:xfrm>
          <a:prstGeom prst="rect">
            <a:avLst/>
          </a:prstGeom>
          <a:solidFill>
            <a:srgbClr val="141414"/>
          </a:solidFill>
          <a:ln w="9525">
            <a:solidFill>
              <a:srgbClr val="2E2E2E"/>
            </a:solidFill>
          </a:ln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it("dispatches addPrescription event on Add click", async () =&gt; {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const handler = vi.fn();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window.addEventListener("addPrescription", handler);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render(&lt;MedicalRecords /&gt;);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await user.click(screen.getByRole("button", { name: /create prescription/i }));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expect(handler).toHaveBeenCalledTimes(1);</a:t>
            </a:r>
            <a:endParaRPr lang="en-US" sz="10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FAFA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4FF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210 tests across 21 files — all passing.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Noir Editorial: serif display, 1px grid, citrine accent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ELEMENT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TREATMENT</a:t>
                      </a:r>
                      <a:endParaRPr lang="en-US" sz="10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Typography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Instrument Serif (display) · DM Sans (body) · IBM Plex Mono (labels)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Grid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gap-[1px] bg-edge: sharp 1px editorial grid lines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Animations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fadeInUp with staggered delays, shimmer on skeletons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Grain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SVG noise overlay at 2.5% opacity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06240"/>
            <a:ext cx="1234440" cy="822960"/>
          </a:xfrm>
          <a:prstGeom prst="rect">
            <a:avLst/>
          </a:prstGeom>
          <a:solidFill>
            <a:srgbClr val="0C0C0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54864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noir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#0C0C0C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965960" y="4206240"/>
            <a:ext cx="1234440" cy="822960"/>
          </a:xfrm>
          <a:prstGeom prst="rect">
            <a:avLst/>
          </a:prstGeom>
          <a:solidFill>
            <a:srgbClr val="FAFAF9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196596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#FAFAF9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383280" y="4206240"/>
            <a:ext cx="1234440" cy="822960"/>
          </a:xfrm>
          <a:prstGeom prst="rect">
            <a:avLst/>
          </a:prstGeom>
          <a:solidFill>
            <a:srgbClr val="A8A29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338328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#A8A29E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800600" y="4206240"/>
            <a:ext cx="1234440" cy="822960"/>
          </a:xfrm>
          <a:prstGeom prst="rect">
            <a:avLst/>
          </a:prstGeom>
          <a:solidFill>
            <a:srgbClr val="D4FF00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12"/>
          <p:cNvSpPr/>
          <p:nvPr/>
        </p:nvSpPr>
        <p:spPr>
          <a:xfrm>
            <a:off x="480060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citrine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#D4FF00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217920" y="4206240"/>
            <a:ext cx="123444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621792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#34D399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635240" y="4206240"/>
            <a:ext cx="1234440" cy="822960"/>
          </a:xfrm>
          <a:prstGeom prst="rect">
            <a:avLst/>
          </a:prstGeom>
          <a:solidFill>
            <a:srgbClr val="60A5F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763524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#60A5FA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052560" y="4206240"/>
            <a:ext cx="1234440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905256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burnt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#FF6B35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10469880" y="4206240"/>
            <a:ext cx="1234440" cy="822960"/>
          </a:xfrm>
          <a:prstGeom prst="rect">
            <a:avLst/>
          </a:prstGeom>
          <a:solidFill>
            <a:srgbClr val="F87171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10469880" y="5074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#F87171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Six segments, ~10 minutes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#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SEGMENT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TIME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MONEY SHOT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Federation + DX story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min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Status strip flips INSTANT → EAGER → STREAMING as you navigate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Federation Lab — fault isolation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min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Kill records; prescriptions &amp; analytics keep running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A/B deployment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min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Stable ↔ Canary ring, per-module versions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Theme switching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30 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CSS variables update across all remotes, persists on refresh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Code walkthrough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min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Resource pattern · lazy+catch+Suspense · event flow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min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pnpm test — 210 green, vitest alias trick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TAKEAWAYS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Seven things to remember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Micro-frontends solve a people problem: team scale, not bundle size</a:t>
            </a:r>
            <a:endParaRPr lang="en-US" sz="15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Suspense fallbacks cover load UX; Module Federation covers team DX</a:t>
            </a:r>
            <a:endParaRPr lang="en-US" sz="15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Prefer events over shared state: CustomEvents survive independent deploys</a:t>
            </a:r>
            <a:endParaRPr lang="en-US" sz="15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Host owns routing: remotes request navigation, only the shell mutates it</a:t>
            </a:r>
            <a:endParaRPr lang="en-US" sz="15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· Ship fault isolation on purpose: .catch() + ErrorBoundary per module</a:t>
            </a:r>
            <a:endParaRPr lang="en-US" sz="15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· Rspack keeps the monorepo fast: sub-second HMR, Rust React Compiler, cache</a:t>
            </a:r>
            <a:endParaRPr lang="en-US" sz="1500" dirty="0"/>
          </a:p>
          <a:p>
            <a:pPr marL="177800" indent="-1778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AFAF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· Match load strategy to content: instant / eager / streamed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411480" cy="45720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3474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4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GUIDE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You're ready for this architecture when…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5 Devs to 200 · Micro-Frontends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5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SIGNAL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200" dirty="0">
                          <a:solidFill>
                            <a:srgbClr val="D4FF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PATTERN TO ADOPT</a:t>
                      </a:r>
                      <a:endParaRPr lang="en-US" sz="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Teams ship the same SPA and block each other on releases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Module Federation: independent builds; deploys can follow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Users wait for a full bundle before seeing anything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Suspense fallback: skeletons render immediately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One broken feature takes down the whole page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ErrorBoundary + lazy().catch() per module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 state libraries create invisible coupling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CustomEvents on window: no direct imports, explicit contracts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You need canary releases at the feature level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Independent versioning per remote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Testing one feature requires the full app running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FAFAF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Vitest alias trick: isolation, no servers</a:t>
                      </a:r>
                      <a:endParaRPr lang="en-US" sz="115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A8A2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Typical domains: healthcare · SaaS dashboards · enterprise portals · media platforms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148840"/>
            <a:ext cx="822960" cy="54864"/>
          </a:xfrm>
          <a:prstGeom prst="rect">
            <a:avLst/>
          </a:prstGeom>
          <a:solidFill>
            <a:srgbClr val="D4FF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FAFAF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A2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@DevlinDuldulao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D4FF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Social links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162D8-6628-077A-0F25-26D5C44D4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825" y="717220"/>
            <a:ext cx="4874920" cy="4874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3216</Words>
  <Application>Microsoft Office PowerPoint</Application>
  <PresentationFormat>Custom</PresentationFormat>
  <Paragraphs>477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DM Sans</vt:lpstr>
      <vt:lpstr>IBM Plex Mono</vt:lpstr>
      <vt:lpstr>Instrument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5 Devs to 200 — Micro-Frontends That Scale Your Team and Keep the UI Responsive</dc:title>
  <dc:subject>PptxGenJS Presentation</dc:subject>
  <dc:creator>Module Federation Demo</dc:creator>
  <cp:lastModifiedBy>Duldulao, Devlin (DNV External)</cp:lastModifiedBy>
  <cp:revision>4</cp:revision>
  <dcterms:created xsi:type="dcterms:W3CDTF">2026-07-26T17:49:56Z</dcterms:created>
  <dcterms:modified xsi:type="dcterms:W3CDTF">2026-08-17T08:08:04Z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